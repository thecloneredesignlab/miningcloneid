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8"/>
    <p:sldId id="257" r:id="rId10"/>
    <p:sldId id="258" r:id="rId11"/>
    <p:sldId id="259" r:id="rId12"/>
    <p:sldId id="260" r:id="rId13"/>
    <p:sldId id="261" r:id="rId14"/>
    <p:sldId id="262" r:id="rId15"/>
  </p:sldIdLst>
  <p:sldSz cx="12192000" cy="6858000" type="screen16x9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notesMaster" Target="notesMasters/notesMaster1.xml"/>
<Relationship Id="rId10" Type="http://schemas.openxmlformats.org/officeDocument/2006/relationships/slide" Target="slides/slide2.xml"/>
<Relationship Id="rId11" Type="http://schemas.openxmlformats.org/officeDocument/2006/relationships/slide" Target="slides/slide3.xml"/>
<Relationship Id="rId12" Type="http://schemas.openxmlformats.org/officeDocument/2006/relationships/slide" Target="slides/slide4.xml"/>
<Relationship Id="rId13" Type="http://schemas.openxmlformats.org/officeDocument/2006/relationships/slide" Target="slides/slide5.xml"/>
<Relationship Id="rId14" Type="http://schemas.openxmlformats.org/officeDocument/2006/relationships/slide" Target="slides/slide6.xml"/>
<Relationship Id="rId15" Type="http://schemas.openxmlformats.org/officeDocument/2006/relationships/slide" Target="slides/slide7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_rels/notesSlide2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
</file>

<file path=ppt/notesSlides/_rels/notesSlide3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3.xml"/>
</Relationships>

</file>

<file path=ppt/notesSlides/_rels/notesSlide4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4.xml"/>
</Relationships>

</file>

<file path=ppt/notesSlides/_rels/notesSlide5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5.xml"/>
</Relationships>

</file>

<file path=ppt/notesSlides/_rels/notesSlide6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6.xml"/>
</Relationships>

</file>

<file path=ppt/notesSlides/_rels/notesSlide7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7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Start with the central tension from slide 6. Extra chromosomes can buffer segregation errors, but maintaining them can be costly under resource limitation. The simple CIN-to-ploidy edge summarizes variation and retention, not a claim that each error increases ploidy. Ask the audience whether resource limitation should raise or lower ploidy. The original slide's WGD shorthand is deliberately deferred to a separate branch.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First unpack the resource-to-CIN arrow. Resource limitation changes the modeled death hazard, which represents experienced stress. The hazard increases inducible per-chromosome missegregation. A cell need not die in order to missegregate. The coarse direct resource-cost edge is set aside here and resolved through growth and death later in the build.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Now unpack ploidy. Missegregation generates chromosome-number variation, and selection and survival filtering determine which descendants persist. Adapted composition is a population-level outcome, not a claim that every new variant is adaptive. Ploidy-dependent buffering is represented within selection and retention; the approved final diagram has no separate post-missegregation-survival node.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Pause here. This is the core stress-induced-mutagenesis architecture. At the same environmental oxygen, a shift toward better-performing chromosome states can lower the population-average resource-stress hazard. Because inducible CIN depends on that hazard, average CIN can then decrease without oxygen changing. This is a model possibility, not a claim that all fitted populations must adapt.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Complete the direct fitness effects. Resources inhibit proliferation, while changes in composition can favor faster-growing states. This restores the direct resource-cost side of the original shorthand in its explicit growth and death components. The newly drawn green growth connection does not mean every altered state grows faster.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Missegregation can also produce daughters that fail to survive. Add the yellow upward arrow and broaden the aggregate label from Death hazard to Cell death. Crucially, this daughter-loss flux is separate from the continuous resource-stress hazard. The model does not feed total CIN-associated loss back into the inducible-CIN equation.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Finally add WGD as a distinct constant-probability branch per division. Stress does not directly increase its per-division probability in this model. WGD changes the states supplied to selection, whereas ploidy-dependent buffering affects their retention. This is the unchanged current Figure 2A diagram, not a new model. Re-emphasize the core takeaway: changing population composition can change CIN at fixed oxygen.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1.xml"/>
<Relationship Id="rId3" Type="http://schemas.openxmlformats.org/officeDocument/2006/relationships/image" Target="../media/112c3c8e1afbdc2a5eee04a2fc948b61e3d6ec84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2.xml"/>
<Relationship Id="rId3" Type="http://schemas.openxmlformats.org/officeDocument/2006/relationships/image" Target="../media/a07edf5b1eb0b8bd7e5e96bb38480a27b66b3da4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3.xml"/>
<Relationship Id="rId3" Type="http://schemas.openxmlformats.org/officeDocument/2006/relationships/image" Target="../media/4102d8b84e628a7feb80a0c5af00fd670580c723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4.xml"/>
<Relationship Id="rId3" Type="http://schemas.openxmlformats.org/officeDocument/2006/relationships/image" Target="../media/b8dfbf5418d95e30b5fb60929f397d38fd439ca2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5.xml"/>
<Relationship Id="rId3" Type="http://schemas.openxmlformats.org/officeDocument/2006/relationships/image" Target="../media/4ea29c4b947e45f1ba3714724e0bccd8bce1d721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6.xml"/>
<Relationship Id="rId3" Type="http://schemas.openxmlformats.org/officeDocument/2006/relationships/image" Target="../media/7311ba648319ecb3b3d3ee1e37a0a204cceb9b08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7.xml"/>
<Relationship Id="rId3" Type="http://schemas.openxmlformats.org/officeDocument/2006/relationships/image" Target="../media/f9efe570240f797eb0979336b89e8ce30b59e8b9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Resource costs can oppose high ploidy; buffering can favor its retention under CIN.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slow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CIN responds to the modeled death hazard, not to oxygen alone.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slow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CIN supplies karyotype variation; selection and retention reshape the population.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slow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At unchanged oxygen, adaptation can reduce experienced stress and population-average CIN.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slow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Resource limitation suppresses proliferation; better-performing states can expand.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slow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Stress-associated death and division-linked daughter loss are distinct sources of cell loss.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slow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A constant-probability WGD branch supplies an additional route into high-ploidy states.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slow" advClick="1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4470246</cp:lastModifiedBy>
  <cp:revision>3</cp:revision>
  <dcterms:created xsi:type="dcterms:W3CDTF">2017-02-13T16:18:36Z</dcterms:created>
  <dcterms:modified xsi:type="dcterms:W3CDTF">2026-09-28T17:33:27Z</dcterms:modified>
  <cp:category/>
</cp:coreProperties>
</file>